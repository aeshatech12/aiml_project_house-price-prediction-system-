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02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62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97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44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6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0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00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41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0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089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8158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178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6205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337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453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3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CD02BE0-B333-471B-9520-538D1C75990E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9B7867C-CDB3-4C35-9BF2-68104B8FD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4662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2367-2D89-F75B-A822-6C2749AAF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1034846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House Price Prediction System</a:t>
            </a:r>
            <a:endParaRPr lang="en-IN" sz="3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79C26-7E60-86A9-CB95-C58A5C1BA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6561" y="4777931"/>
            <a:ext cx="4477723" cy="1947333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by: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Aesha Chaudhary(590025445)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Lakshita Negi(590022651)</a:t>
            </a:r>
            <a:endParaRPr lang="en-IN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8BD78-D52D-8BAD-FA22-552F9CBCA9B0}"/>
              </a:ext>
            </a:extLst>
          </p:cNvPr>
          <p:cNvSpPr txBox="1"/>
          <p:nvPr/>
        </p:nvSpPr>
        <p:spPr>
          <a:xfrm>
            <a:off x="393290" y="4777931"/>
            <a:ext cx="5220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Dinesh Kumar Baghel</a:t>
            </a:r>
            <a:endParaRPr lang="en-IN" sz="24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702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7245-7090-035B-4D7B-B0BC599B3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48932"/>
            <a:ext cx="8534400" cy="1507067"/>
          </a:xfrm>
        </p:spPr>
        <p:txBody>
          <a:bodyPr>
            <a:normAutofit/>
          </a:bodyPr>
          <a:lstStyle/>
          <a:p>
            <a:r>
              <a:rPr lang="en-US" sz="2000" dirty="0"/>
              <a:t>Buying or selling a house requires estimating the correct price.</a:t>
            </a:r>
            <a:br>
              <a:rPr lang="en-US" sz="2000" dirty="0"/>
            </a:br>
            <a:r>
              <a:rPr lang="en-US" sz="2000" dirty="0"/>
              <a:t>Manual price estimation is often inaccurate and time-consuming.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3030C-3BDA-A7B8-7C08-032EF55B7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1"/>
            <a:ext cx="7978007" cy="1005348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C17D9-0889-EDF7-AA37-9C25F1B7A31D}"/>
              </a:ext>
            </a:extLst>
          </p:cNvPr>
          <p:cNvSpPr txBox="1"/>
          <p:nvPr/>
        </p:nvSpPr>
        <p:spPr>
          <a:xfrm>
            <a:off x="684212" y="4080387"/>
            <a:ext cx="87940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develops an </a:t>
            </a:r>
            <a:r>
              <a:rPr lang="en-US" b="1" dirty="0"/>
              <a:t>AI-based House Price Prediction System</a:t>
            </a:r>
            <a:r>
              <a:rPr lang="en-US" dirty="0"/>
              <a:t> that predicts house prices using property features like:</a:t>
            </a:r>
          </a:p>
          <a:p>
            <a:r>
              <a:rPr lang="en-US" dirty="0"/>
              <a:t>Area </a:t>
            </a:r>
          </a:p>
          <a:p>
            <a:r>
              <a:rPr lang="en-US" dirty="0"/>
              <a:t>Bedrooms </a:t>
            </a:r>
          </a:p>
          <a:p>
            <a:r>
              <a:rPr lang="en-US" dirty="0"/>
              <a:t>Bathrooms </a:t>
            </a:r>
          </a:p>
          <a:p>
            <a:r>
              <a:rPr lang="en-US" dirty="0"/>
              <a:t>Age of House </a:t>
            </a:r>
          </a:p>
          <a:p>
            <a:r>
              <a:rPr lang="en-US" dirty="0"/>
              <a:t>Location </a:t>
            </a:r>
          </a:p>
          <a:p>
            <a:r>
              <a:rPr lang="en-US" dirty="0"/>
              <a:t>It helps users know whether a house is within their budget.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370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920F-063B-C918-213F-C04DF1E96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96" y="532034"/>
            <a:ext cx="8534400" cy="150706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 / Technique / Algorithm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99D73-F2BB-6218-4CA0-89F58423B071}"/>
              </a:ext>
            </a:extLst>
          </p:cNvPr>
          <p:cNvSpPr txBox="1"/>
          <p:nvPr/>
        </p:nvSpPr>
        <p:spPr>
          <a:xfrm>
            <a:off x="526896" y="2264171"/>
            <a:ext cx="69514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Technologies Used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Python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Tkinter</a:t>
            </a:r>
            <a:r>
              <a:rPr lang="en-IN" dirty="0"/>
              <a:t> (GUI)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Pandas &amp; NumPy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Scikit-learn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Matplotlib </a:t>
            </a:r>
          </a:p>
          <a:p>
            <a:endParaRPr lang="en-IN" dirty="0"/>
          </a:p>
          <a:p>
            <a:r>
              <a:rPr lang="en-IN" b="1" u="sng" dirty="0"/>
              <a:t>Machine Learning Models Used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Linear Regression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Random Forest Regressor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91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0842-5DF7-30A0-40D5-EA344913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09" y="633087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System</a:t>
            </a:r>
            <a:br>
              <a:rPr lang="en-IN" u="sng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u="sng" dirty="0">
              <a:solidFill>
                <a:schemeClr val="bg2">
                  <a:lumMod val="50000"/>
                </a:schemeClr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80349-E927-8D06-3FFE-90F332381B80}"/>
              </a:ext>
            </a:extLst>
          </p:cNvPr>
          <p:cNvSpPr txBox="1"/>
          <p:nvPr/>
        </p:nvSpPr>
        <p:spPr>
          <a:xfrm>
            <a:off x="713709" y="2231923"/>
            <a:ext cx="66801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of Working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created with house details and prices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converted into numeric form using One-Hot Encoding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 into Training Set and Testing Set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models trained: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selected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50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9EFC-8DBE-1198-2D2C-37D248DBA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30" y="598620"/>
            <a:ext cx="8534400" cy="1507067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Explanation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7FFEC-04EC-AE0F-728F-74899D01FC9C}"/>
              </a:ext>
            </a:extLst>
          </p:cNvPr>
          <p:cNvSpPr txBox="1"/>
          <p:nvPr/>
        </p:nvSpPr>
        <p:spPr>
          <a:xfrm>
            <a:off x="761130" y="2105687"/>
            <a:ext cx="75962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Linear Regression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Predicts price using relationship between inputs and output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for simple linear data </a:t>
            </a:r>
          </a:p>
          <a:p>
            <a:endParaRPr lang="en-US" dirty="0"/>
          </a:p>
          <a:p>
            <a:r>
              <a:rPr lang="en-US" b="1" dirty="0"/>
              <a:t>Random Forest Regressor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multiple decision trees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Gives more accurate predictions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complex data better </a:t>
            </a:r>
          </a:p>
          <a:p>
            <a:endParaRPr lang="en-US" dirty="0"/>
          </a:p>
          <a:p>
            <a:r>
              <a:rPr lang="en-US" b="1" dirty="0"/>
              <a:t>Final Selection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with highest accuracy is selected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93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93D8-56AF-6825-B51F-27FAE380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354" y="328288"/>
            <a:ext cx="8534400" cy="109739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u="sng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br>
              <a:rPr lang="en-IN" u="sng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u="sng" dirty="0">
              <a:solidFill>
                <a:schemeClr val="bg2">
                  <a:lumMod val="50000"/>
                </a:schemeClr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3FE1D-00AD-0B7A-69AA-EE256F8405ED}"/>
              </a:ext>
            </a:extLst>
          </p:cNvPr>
          <p:cNvSpPr txBox="1"/>
          <p:nvPr/>
        </p:nvSpPr>
        <p:spPr>
          <a:xfrm>
            <a:off x="910354" y="1648541"/>
            <a:ext cx="28750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Output Features</a:t>
            </a:r>
          </a:p>
          <a:p>
            <a:endParaRPr lang="en-US" b="1" u="sng" dirty="0"/>
          </a:p>
          <a:p>
            <a:r>
              <a:rPr lang="en-US" u="sng" dirty="0"/>
              <a:t>User enters: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Bedrooms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Bathrooms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Budget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79F98-D026-9BFD-D879-3E3102F0B113}"/>
              </a:ext>
            </a:extLst>
          </p:cNvPr>
          <p:cNvSpPr txBox="1"/>
          <p:nvPr/>
        </p:nvSpPr>
        <p:spPr>
          <a:xfrm>
            <a:off x="809137" y="4355691"/>
            <a:ext cx="30774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System shows: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Predicted House 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Budget Status (Within Budget / Too Low)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Model Name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Value (RMSE)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97157-35D6-DAD7-EFCB-4137D5E2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06" y="1425678"/>
            <a:ext cx="3799140" cy="482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60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84A7-A7C7-F7DC-9685-7E0254F9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57" y="347953"/>
            <a:ext cx="4939839" cy="88108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u="sng" dirty="0">
                <a:solidFill>
                  <a:schemeClr val="tx2">
                    <a:lumMod val="25000"/>
                  </a:schemeClr>
                </a:solidFill>
              </a:rPr>
              <a:t>RESULT GRAPH</a:t>
            </a:r>
            <a:endParaRPr lang="en-IN" u="sng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A6FD2-0FBC-4E8E-854D-3B5465EF73DB}"/>
              </a:ext>
            </a:extLst>
          </p:cNvPr>
          <p:cNvSpPr txBox="1"/>
          <p:nvPr/>
        </p:nvSpPr>
        <p:spPr>
          <a:xfrm>
            <a:off x="6646606" y="2400199"/>
            <a:ext cx="3923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Graph Generated</a:t>
            </a:r>
          </a:p>
          <a:p>
            <a:endParaRPr lang="en-US" b="1" dirty="0"/>
          </a:p>
          <a:p>
            <a:r>
              <a:rPr lang="en-US" b="1" dirty="0"/>
              <a:t>House Price vs Area</a:t>
            </a:r>
          </a:p>
          <a:p>
            <a:endParaRPr lang="en-US" dirty="0"/>
          </a:p>
          <a:p>
            <a:r>
              <a:rPr lang="en-US" dirty="0"/>
              <a:t>X-axis → Area </a:t>
            </a:r>
          </a:p>
          <a:p>
            <a:r>
              <a:rPr lang="en-US" dirty="0"/>
              <a:t>Y-axis → Price </a:t>
            </a:r>
          </a:p>
          <a:p>
            <a:endParaRPr lang="en-US" dirty="0"/>
          </a:p>
          <a:p>
            <a:r>
              <a:rPr lang="en-US" dirty="0"/>
              <a:t>Used scatter plot for visualization.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E0E9B1-2867-D7CB-3934-988942330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19" y="1927122"/>
            <a:ext cx="5677581" cy="36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5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2B2F3-E2B2-F7D7-416D-5C05941B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541" y="603590"/>
            <a:ext cx="8534400" cy="1507067"/>
          </a:xfrm>
        </p:spPr>
        <p:txBody>
          <a:bodyPr/>
          <a:lstStyle/>
          <a:p>
            <a:r>
              <a:rPr lang="en-US" u="sng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u="sng" dirty="0">
              <a:solidFill>
                <a:schemeClr val="bg2">
                  <a:lumMod val="50000"/>
                </a:schemeClr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DB54E-EC9A-AEC0-487A-17DA31423794}"/>
              </a:ext>
            </a:extLst>
          </p:cNvPr>
          <p:cNvSpPr txBox="1"/>
          <p:nvPr/>
        </p:nvSpPr>
        <p:spPr>
          <a:xfrm>
            <a:off x="1052051" y="2458065"/>
            <a:ext cx="56633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Conclusion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Successfully developed AI House Price Predictor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Compared two ML algorithms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Automatically selected best model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User-friendly GUI interface created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Helps users estimate prices quickly </a:t>
            </a:r>
          </a:p>
          <a:p>
            <a:endParaRPr lang="en-US" dirty="0"/>
          </a:p>
          <a:p>
            <a:r>
              <a:rPr lang="en-US" b="1" u="sng" dirty="0"/>
              <a:t>Future Scope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 real-world large datasets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Add more cities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Improve accuracy with advanced AI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56645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65</TotalTime>
  <Words>298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</vt:lpstr>
      <vt:lpstr>Wingdings 3</vt:lpstr>
      <vt:lpstr>Slice</vt:lpstr>
      <vt:lpstr>AI-Based House Price Prediction System</vt:lpstr>
      <vt:lpstr>Buying or selling a house requires estimating the correct price. Manual price estimation is often inaccurate and time-consuming.</vt:lpstr>
      <vt:lpstr>Model / Technique / Algorithm Used</vt:lpstr>
      <vt:lpstr>Working of the System </vt:lpstr>
      <vt:lpstr>Algorithm Explanation</vt:lpstr>
      <vt:lpstr>Result  </vt:lpstr>
      <vt:lpstr>RESULT GRAPH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Lakshita Negi</dc:creator>
  <cp:lastModifiedBy>Lakshita Negi</cp:lastModifiedBy>
  <cp:revision>3</cp:revision>
  <dcterms:created xsi:type="dcterms:W3CDTF">2026-04-29T07:11:49Z</dcterms:created>
  <dcterms:modified xsi:type="dcterms:W3CDTF">2026-05-01T16:32:55Z</dcterms:modified>
</cp:coreProperties>
</file>